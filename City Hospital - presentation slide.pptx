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6262-82F5-4BBE-805E-7E98C99B534D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0563-DE50-4F88-B5E5-7E10FD3A1808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2590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6262-82F5-4BBE-805E-7E98C99B534D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0563-DE50-4F88-B5E5-7E10FD3A1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63395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6262-82F5-4BBE-805E-7E98C99B534D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0563-DE50-4F88-B5E5-7E10FD3A1808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3452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6262-82F5-4BBE-805E-7E98C99B534D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0563-DE50-4F88-B5E5-7E10FD3A1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1899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6262-82F5-4BBE-805E-7E98C99B534D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0563-DE50-4F88-B5E5-7E10FD3A1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0560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6262-82F5-4BBE-805E-7E98C99B534D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0563-DE50-4F88-B5E5-7E10FD3A1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9202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6262-82F5-4BBE-805E-7E98C99B534D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0563-DE50-4F88-B5E5-7E10FD3A1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2183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A236262-82F5-4BBE-805E-7E98C99B534D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1B0563-DE50-4F88-B5E5-7E10FD3A1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99479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6262-82F5-4BBE-805E-7E98C99B534D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0563-DE50-4F88-B5E5-7E10FD3A1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11455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6262-82F5-4BBE-805E-7E98C99B534D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0563-DE50-4F88-B5E5-7E10FD3A1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8639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6262-82F5-4BBE-805E-7E98C99B534D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0563-DE50-4F88-B5E5-7E10FD3A1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9498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A236262-82F5-4BBE-805E-7E98C99B534D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1B0563-DE50-4F88-B5E5-7E10FD3A1808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0319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67916-DAA2-495B-BF41-A9265045E0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219" y="537882"/>
            <a:ext cx="10931562" cy="3566160"/>
          </a:xfrm>
        </p:spPr>
        <p:txBody>
          <a:bodyPr>
            <a:normAutofit/>
          </a:bodyPr>
          <a:lstStyle/>
          <a:p>
            <a:pPr algn="ctr"/>
            <a:r>
              <a:rPr lang="en-GB" sz="7200" b="1" dirty="0"/>
              <a:t>City Hospital Insights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FFEEE5-4F90-48A3-BFC8-501FB31FA4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Presenter:</a:t>
            </a:r>
            <a:r>
              <a:rPr lang="en-GB" dirty="0"/>
              <a:t> Umar Ruhiya</a:t>
            </a:r>
            <a:br>
              <a:rPr lang="en-GB" dirty="0"/>
            </a:br>
            <a:r>
              <a:rPr lang="en-GB" b="1" dirty="0"/>
              <a:t>Designation:</a:t>
            </a:r>
            <a:r>
              <a:rPr lang="en-GB" dirty="0"/>
              <a:t> Data Analyst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78993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1C09D-23BA-4158-907E-78B52E951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1C8259-3799-4168-B2AF-9EB967DC4E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564754"/>
            <a:ext cx="669189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Emergency cases have increased, putting pressure on service delivery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 workload is uneven across the hospital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number of inconclusive test results causing delays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Medication usage is inconsistent, leading to shortages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Prolonged patient stays affecting bed availability</a:t>
            </a:r>
          </a:p>
        </p:txBody>
      </p:sp>
    </p:spTree>
    <p:extLst>
      <p:ext uri="{BB962C8B-B14F-4D97-AF65-F5344CB8AC3E}">
        <p14:creationId xmlns:p14="http://schemas.microsoft.com/office/powerpoint/2010/main" val="5935607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D0E5C-4FA6-43D7-BBEE-B0D1BAEBC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 of the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47501C-A218-4F10-B7DA-3792FD9E72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564754"/>
            <a:ext cx="512736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Assess patient demographics and admission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emergency admission impact on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Measure doctor workload and distribution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medication usage and test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billing and insurance performance patterns</a:t>
            </a:r>
          </a:p>
        </p:txBody>
      </p:sp>
    </p:spTree>
    <p:extLst>
      <p:ext uri="{BB962C8B-B14F-4D97-AF65-F5344CB8AC3E}">
        <p14:creationId xmlns:p14="http://schemas.microsoft.com/office/powerpoint/2010/main" val="29294441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87BEF-D7A4-46A6-9F70-8C7DA31D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Dataset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B93377-56AC-49F7-8CE7-07EBBB651D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349310"/>
            <a:ext cx="8885318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Size: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55,500 patient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 Columns Used: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Age, Gender, Medical Condition, Admission Type, Date of Admission,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Discharge Date, Billing Amount, Doctor, Insurance Provider, Medication, Test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Cleaning Performed: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Added a column (Age Group)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Calculated Length of Stay (Discharge – Admission)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Normalized text labels (Admission Types, Conditions, Results)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Checked for missing and inconsistent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425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17893-BD05-4DDC-8285-6FD634F80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Metrics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93616B-DCAF-4F27-BAEA-BCE772E3AB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564754"/>
            <a:ext cx="379148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Patients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Billing Amount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Length of Stay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 Admission Percentage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Patients per Doctor</a:t>
            </a:r>
          </a:p>
        </p:txBody>
      </p:sp>
    </p:spTree>
    <p:extLst>
      <p:ext uri="{BB962C8B-B14F-4D97-AF65-F5344CB8AC3E}">
        <p14:creationId xmlns:p14="http://schemas.microsoft.com/office/powerpoint/2010/main" val="3265393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3F7FE-EE98-439A-AB85-3ECDB713C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Dashboard Insight (1) — Patient Trends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00BEBE-3BA5-40DA-9031-3E040FA794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3118750"/>
            <a:ext cx="525560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Adults form the largest share of hospital admissions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Emergency cases dominate overall admission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Elderly patients tend to stay longer in care</a:t>
            </a:r>
          </a:p>
        </p:txBody>
      </p:sp>
    </p:spTree>
    <p:extLst>
      <p:ext uri="{BB962C8B-B14F-4D97-AF65-F5344CB8AC3E}">
        <p14:creationId xmlns:p14="http://schemas.microsoft.com/office/powerpoint/2010/main" val="29128288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0ED12-8BD1-4668-B314-6D0D6AD26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Dashboard Insight (2) — Operational Patterns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CCB034-C9BD-4323-A983-2BC45BA6FF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3118751"/>
            <a:ext cx="574067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 workload is uneven and not well distributed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Certain doctors handle significantly higher patient volumes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Medication demand varies sharply across categories</a:t>
            </a:r>
          </a:p>
        </p:txBody>
      </p:sp>
    </p:spTree>
    <p:extLst>
      <p:ext uri="{BB962C8B-B14F-4D97-AF65-F5344CB8AC3E}">
        <p14:creationId xmlns:p14="http://schemas.microsoft.com/office/powerpoint/2010/main" val="976501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BA268-8398-4AB5-86CD-37EAD437A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Dashboard Insight (3) — Billing &amp; Lab Efficiency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CA7D56-0A8B-42A4-AF08-637197B1D7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3118751"/>
            <a:ext cx="595227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Insurance billing is heavily dependent on a few key providers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noticeable number of inconclusive test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Billing amounts vary based on admission type and condition</a:t>
            </a:r>
          </a:p>
        </p:txBody>
      </p:sp>
    </p:spTree>
    <p:extLst>
      <p:ext uri="{BB962C8B-B14F-4D97-AF65-F5344CB8AC3E}">
        <p14:creationId xmlns:p14="http://schemas.microsoft.com/office/powerpoint/2010/main" val="39085328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0CD98-78AF-4498-9777-B3A19A427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 of Findings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CB73A4-4130-4A8A-9856-83608BDA7B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564754"/>
            <a:ext cx="621740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Emergency admissions place heavy strain on hospital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Staff allocation is not optimal across departments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Medication shortages result from inconsistent usage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Inconclusive lab tests extend patient treatment cycles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Insurance billing inconsistencies impact financial stability</a:t>
            </a:r>
          </a:p>
        </p:txBody>
      </p:sp>
    </p:spTree>
    <p:extLst>
      <p:ext uri="{BB962C8B-B14F-4D97-AF65-F5344CB8AC3E}">
        <p14:creationId xmlns:p14="http://schemas.microsoft.com/office/powerpoint/2010/main" val="32790671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A94F2-23AB-48BC-BA50-38FB4716B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EB2C3C-B2F6-4CB3-BD52-0936A55C37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564754"/>
            <a:ext cx="647805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Strengthen ER triage system and allocate more staff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balanced doctor scheduling to reduce overload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medication forecasting and stock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Upgrade laboratory testing processes to reduce inconclusive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 closely with insurance providers to streamline claims</a:t>
            </a:r>
          </a:p>
        </p:txBody>
      </p:sp>
    </p:spTree>
    <p:extLst>
      <p:ext uri="{BB962C8B-B14F-4D97-AF65-F5344CB8AC3E}">
        <p14:creationId xmlns:p14="http://schemas.microsoft.com/office/powerpoint/2010/main" val="20426296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81C59-4E54-4E0B-886E-ED49002E0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19AB17-78AF-4677-9FA1-91C2FD23B5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3257250"/>
            <a:ext cx="885639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offers a clear, data-driven perspective on the hospital’s operational challenges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Applying the recommended actions will significantly improve efficiency and patient care</a:t>
            </a:r>
          </a:p>
        </p:txBody>
      </p:sp>
    </p:spTree>
    <p:extLst>
      <p:ext uri="{BB962C8B-B14F-4D97-AF65-F5344CB8AC3E}">
        <p14:creationId xmlns:p14="http://schemas.microsoft.com/office/powerpoint/2010/main" val="4369917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65</TotalTime>
  <Words>374</Words>
  <Application>Microsoft Office PowerPoint</Application>
  <PresentationFormat>Widescreen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Retrospect</vt:lpstr>
      <vt:lpstr>City Hospital Insights Report</vt:lpstr>
      <vt:lpstr>Problem Summary</vt:lpstr>
      <vt:lpstr>Objectives of the Analysis</vt:lpstr>
      <vt:lpstr>Dataset Overview</vt:lpstr>
      <vt:lpstr>Key Metrics</vt:lpstr>
      <vt:lpstr>Dashboard Insight (1) — Patient Trends</vt:lpstr>
      <vt:lpstr>Dashboard Insight (2) — Operational Patterns</vt:lpstr>
      <vt:lpstr>Dashboard Insight (3) — Billing &amp; Lab Efficiency</vt:lpstr>
      <vt:lpstr>Summary of Findings</vt:lpstr>
      <vt:lpstr>Recommendations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 Hospital Operations Analysis Dashboard</dc:title>
  <dc:creator>ruhiya umar</dc:creator>
  <cp:lastModifiedBy>ruhiya umar</cp:lastModifiedBy>
  <cp:revision>7</cp:revision>
  <dcterms:created xsi:type="dcterms:W3CDTF">2025-11-22T20:28:03Z</dcterms:created>
  <dcterms:modified xsi:type="dcterms:W3CDTF">2025-11-22T21:48:23Z</dcterms:modified>
</cp:coreProperties>
</file>